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CONFIDENTIAL — Internal Business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  45–60 min per error log analysis (manual triage)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  3–5 day MR review backlog — engineers blocked waiting</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  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  Expert knowledge lost permanently when engineers leave</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   Error detection relies on human vigilance 24 / 7 — unsustainable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  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  Analyzes error logs in &lt;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  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  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  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  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  Web dashboard for all stakeholders — zero CLI required</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  COST DISCLAIMER —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  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  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  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Production-ready capabilities across 12 integration phases — available now</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&lt; 60 s — severity RED / AMBER / GREEN with root-cause reasoning</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24 / 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 full YAML solution in &lt; 60 seconds</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 0–100 scoring · SQLite history · regression tracking</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 Analyst · Developer · Audit ·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  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  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  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  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  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 API · Web UI · Approval gate · Audit log</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 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 YAML solution wizard</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 Slack · Eval · Multi-tenant · Temporal</a:t>
                      </a:r>
                    </a:p>
                  </a:txBody>
                  <a:tcPr>
                    <a:solidFill>
                      <a:srgbClr val="FFFFFF"/>
                    </a:solidFill>
                  </a:tcPr>
                </a:tc>
                <a:tc>
                  <a:txBody>
                    <a:bodyPr/>
                    <a:lstStyle/>
                    <a:p>
                      <a:pPr algn="l"/>
                      <a:r>
                        <a:rPr sz="1200">
                          <a:solidFill>
                            <a:srgbClr val="0D1B2A"/>
                          </a:solidFill>
                        </a:rPr>
                        <a:t>✅ 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 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 RAG feedback loop · first improvements</a:t>
                      </a:r>
                    </a:p>
                  </a:txBody>
                  <a:tcPr>
                    <a:solidFill>
                      <a:srgbClr val="FFFFFF"/>
                    </a:solidFill>
                  </a:tcPr>
                </a:tc>
                <a:tc>
                  <a:txBody>
                    <a:bodyPr/>
                    <a:lstStyle/>
                    <a:p>
                      <a:pPr algn="l"/>
                      <a:r>
                        <a:rPr sz="1200">
                          <a:solidFill>
                            <a:srgbClr val="0D1B2A"/>
                          </a:solidFill>
                        </a:rPr>
                        <a:t>🔵 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 Spira integration · exec dashboards</a:t>
                      </a:r>
                    </a:p>
                  </a:txBody>
                  <a:tcPr>
                    <a:solidFill>
                      <a:srgbClr val="F0F4F8"/>
                    </a:solidFill>
                  </a:tcPr>
                </a:tc>
                <a:tc>
                  <a:txBody>
                    <a:bodyPr/>
                    <a:lstStyle/>
                    <a:p>
                      <a:pPr algn="l"/>
                      <a:r>
                        <a:rPr sz="1200">
                          <a:solidFill>
                            <a:srgbClr val="0D1B2A"/>
                          </a:solidFill>
                        </a:rPr>
                        <a:t>🔵 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  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  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  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  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  KPI dashboard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   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  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  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  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  COST DISCLAIMER —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Let's talk about your pilot.</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