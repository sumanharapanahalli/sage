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Request Lifecycle — End-to-End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47857"/>
                </a:solidFill>
              </a:rPr>
              <a:t>Every request traceable from HTTP ingress to audit log via trace_id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828800"/>
            <a:ext cx="1234440" cy="59436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865376"/>
            <a:ext cx="108813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HTTP
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46888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FastAPI
Rate-limited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99339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673352" y="1828800"/>
            <a:ext cx="1234440" cy="59436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46504" y="1865376"/>
            <a:ext cx="108813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Tenant
Resolve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3352" y="246888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X-SAGE-Tenant
ContextVar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62072" y="199339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72384" y="1828800"/>
            <a:ext cx="1234440" cy="59436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1865376"/>
            <a:ext cx="108813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Route
Handler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2384" y="246888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Pydantic
trace_id 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61104" y="199339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1416" y="1828800"/>
            <a:ext cx="1234440" cy="59436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44568" y="1865376"/>
            <a:ext cx="108813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Agent
Dispatch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1416" y="246888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Analyst/Dev
/Planner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0136" y="199339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70448" y="1828800"/>
            <a:ext cx="1234440" cy="59436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1865376"/>
            <a:ext cx="108813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LLM
Gateway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246888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Lock + PII
+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199339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1828800"/>
            <a:ext cx="1234440" cy="594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2" y="1865376"/>
            <a:ext cx="108813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Proposal
Create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246888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Risk class
SQLite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199339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8512" y="1828800"/>
            <a:ext cx="1234440" cy="5943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41664" y="1865376"/>
            <a:ext cx="108813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Human
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8512" y="246888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Approve or
Reject + fb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199339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67544" y="1828800"/>
            <a:ext cx="1234440" cy="59436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0696" y="1865376"/>
            <a:ext cx="108813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Audit +
Compound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67544" y="246888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.sage/db
+ vector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657600"/>
            <a:ext cx="201168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" y="3675888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Implementation Details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4023360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</a:rPr>
              <a:t>•  threading.Lock in LLM Gateway — single-lane inference, thread-safe singleton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33425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</a:rPr>
              <a:t>•  Rate limiting: 120 writes/min, 300 reads/min per IP (sliding window middleware)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4645152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</a:rPr>
              <a:t>•  PII scrub before every LLM call — configurable per solution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4956048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</a:rPr>
              <a:t>•  Per-agent budget ceilings — monthly call limits defined in project.yaml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26694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</a:rPr>
              <a:t>•  Langfuse tracing (opt-in) — every generate() call creates a span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5577840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</a:rPr>
              <a:t>•  _resolve_db_path() routes audit to per-solution .sage/audit_log.db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SAGE[ai] — Architecture Deep Dive | github.com/Sumanharapanahalli/sage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SAGE Lean Loop — Phase-by-Phase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47857"/>
                </a:solidFill>
              </a:rPr>
              <a:t>Every human correction compounds into future agent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64592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645920"/>
            <a:ext cx="1499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1554480"/>
            <a:ext cx="256032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76272" y="1645920"/>
            <a:ext cx="24140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554480"/>
            <a:ext cx="256032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6592" y="1645920"/>
            <a:ext cx="24140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Data 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554480"/>
            <a:ext cx="256032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96912" y="1645920"/>
            <a:ext cx="24140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Data 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57400"/>
            <a:ext cx="16459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30552"/>
            <a:ext cx="14996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1. SURFACE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205740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76272" y="2130552"/>
            <a:ext cx="24140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api.py / webhook / n8n / Slack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05740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6592" y="2130552"/>
            <a:ext cx="24140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HTTP payload, log entry, event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205740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96912" y="2130552"/>
            <a:ext cx="24140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Structured task + trace_id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560320"/>
            <a:ext cx="16459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2633472"/>
            <a:ext cx="14996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2. CONTEXTUALIZE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2560320"/>
            <a:ext cx="25603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76272" y="2633472"/>
            <a:ext cx="24140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vector_store.py .search()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2560320"/>
            <a:ext cx="25603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36592" y="2633472"/>
            <a:ext cx="24140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Task text + trace_id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2560320"/>
            <a:ext cx="25603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96912" y="2633472"/>
            <a:ext cx="24140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Top-k past decisions + corrections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063240"/>
            <a:ext cx="16459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3136392"/>
            <a:ext cx="14996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3. PROPOSE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03120" y="306324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76272" y="3136392"/>
            <a:ext cx="24140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Agent + llm_gateway.generate()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63440" y="306324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36592" y="3136392"/>
            <a:ext cx="24140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Task + context + prompts.yaml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06324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96912" y="3136392"/>
            <a:ext cx="24140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Structured proposal (JSON)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566160"/>
            <a:ext cx="16459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0352" y="3639312"/>
            <a:ext cx="14996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4. DECIDE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03120" y="3566160"/>
            <a:ext cx="25603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76272" y="3639312"/>
            <a:ext cx="24140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ProposalStore + Human review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3566160"/>
            <a:ext cx="25603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3639312"/>
            <a:ext cx="24140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Proposal with risk class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3566160"/>
            <a:ext cx="25603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96912" y="3639312"/>
            <a:ext cx="24140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Approved/Rejected + feedback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4069080"/>
            <a:ext cx="16459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0352" y="4142232"/>
            <a:ext cx="14996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5. COMPOUND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03120" y="406908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176272" y="4142232"/>
            <a:ext cx="24140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audit_logger + vector_store.add()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63440" y="406908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36592" y="4142232"/>
            <a:ext cx="24140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Decision + feedback text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3760" y="406908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96912" y="4142232"/>
            <a:ext cx="2414016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Audit row + vector embedding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389120"/>
            <a:ext cx="11430000" cy="164592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4480560"/>
            <a:ext cx="182880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3504" y="4498848"/>
            <a:ext cx="1719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COMPOUNDING LOOP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80060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FAE5"/>
                </a:solidFill>
              </a:rPr>
              <a:t>Phase 5 feeds back into Phase 2 — this IS the Memento principle.
Human rejects proposal with feedback  →  feedback stored in vector store as document  →  next similar query retrieves this correction  →  agent generates better proposal  →  quality improves monotonically without model retraining.
Every rejection is stored with the human's actual reasoning, not just 'rejected'. This is the training signal AND the compliance record.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SAGE[ai] — Architecture Deep Dive | github.com/Sumanharapanahalli/sage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Approval Pipeline — Risk Classification to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47857"/>
                </a:solidFill>
              </a:rPr>
              <a:t>ProposalStore (SQLite) → Risk Tiers → HITL → ProposalExecutor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08760"/>
            <a:ext cx="182880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0624" y="1527048"/>
            <a:ext cx="1719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Proposal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trace_id: str (UUID4)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848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action_type: yaml_edit | code_diff | knowledge_delete | agent_hire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4086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risk_class: RiskClass (5-level enum)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9689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proposed_by: 'AnalystAgent' | 'user:admin' | 'OnboardingWizard'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5292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status: pending | approved | rejected | expired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1089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approved_by / approver_role / approver_email (RBAC)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6499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required_role: 'admin' | 'operator' | None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1508760"/>
            <a:ext cx="228600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24144" y="1527048"/>
            <a:ext cx="2176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Risk Tiers &amp; Expiry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1828800"/>
            <a:ext cx="1645920" cy="274320"/>
          </a:xfrm>
          <a:prstGeom prst="rect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18470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INFORMATIONAL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1847088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1 hour — read-only query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2176272"/>
            <a:ext cx="1645920" cy="274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219456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EPHEMERAL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2194560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8 hours — LLM switch, config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2523744"/>
            <a:ext cx="1645920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2542032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STATEFUL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2542032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7 days — knowledge edit, YAML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2871216"/>
            <a:ext cx="1645920" cy="274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88950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EXTERNAL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2889504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14 days — GitLab MR, deploy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60720" y="3218688"/>
            <a:ext cx="1645920" cy="274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06440" y="323697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DESTRUCTIVE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236976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Never — drop data, delete agent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114800"/>
            <a:ext cx="256032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624" y="4133088"/>
            <a:ext cx="24505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ProposalExecutor Dispatch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48056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_execute_yaml_edit()  — validate YAML, write to solution dir, reload config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7365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_execute_code_diff()  — apply diff, run tests, create git commit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99262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_execute_config_switch()  — reload project_config singleton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24865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_execute_llm_switch()  — instantiate new provider, reset usage counters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50468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_execute_knowledge_delete()  — remove from vector store, audit log entry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5852160"/>
            <a:ext cx="11430000" cy="502920"/>
          </a:xfrm>
          <a:prstGeom prst="rect">
            <a:avLst/>
          </a:prstGeom>
          <a:solidFill>
            <a:srgbClr val="FFF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8704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F2A37"/>
                </a:solidFill>
              </a:rPr>
              <a:t>Two tiers enforced: Framework control ops (config_switch, llm_switch) execute immediately — operator action, not agent action. Agent proposals (yaml_edit, code_diff, knowledge_delete, agent_hire) always require human sign-off. This distinction IS the compliance guarantee.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SAGE[ai] — Architecture Deep Dive | github.com/Sumanharapanahalli/sage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Memory Architecture — Compounding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47857"/>
                </a:solidFill>
              </a:rPr>
              <a:t>ChromaDB semantic search + SQLite audit log. Per-solution isolation.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08760"/>
            <a:ext cx="164592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0624" y="1527048"/>
            <a:ext cx="1536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Vector Store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Backend: ChromaDB + sentence-transformers (HuggingFaceEmbeddings)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8483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Minimal mode (SAGE_MINIMAL=1): keyword-match in-memory, 5MB 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4086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Collection per tenant: &lt;tenant&gt;_knowledge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9689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CRUD: GET/POST/DELETE /knowledge/...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5292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Bulk import supported (POST /knowledge/bulk)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1089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Semantic search with configurable top-k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6499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Fallback chain: HuggingFace → langchain_community → keyword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508760"/>
            <a:ext cx="164592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4" y="1527048"/>
            <a:ext cx="1536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Audit Logger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8288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SQLite per-solution: .sage/audit_log.db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08483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Table: compliance_audit_log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34086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Columns: id, timestamp, actor, action_type,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59689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  input_context, output_content, metadata (JSON),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5292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  verification_signature, approved_by,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1089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  approver_role, approver_email, approver_provider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36499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Append-only (no UPDATE/DELETE)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62102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FDA 21 CFR Part 11 compatible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87705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ISO 13485 clause 4.2.5 ready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89120"/>
            <a:ext cx="1828800" cy="6400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4425696"/>
            <a:ext cx="168249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Human rejects
with feedback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45720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0" y="4389120"/>
            <a:ext cx="2011680" cy="6400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9232" y="4425696"/>
            <a:ext cx="186537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Feedback stored
in vector store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45720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77840" y="4389120"/>
            <a:ext cx="2011680" cy="64008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50992" y="4425696"/>
            <a:ext cx="186537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Next query
retrieves correction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5720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4389120"/>
            <a:ext cx="2011680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2752" y="4425696"/>
            <a:ext cx="186537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Agent generates
better proposal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45720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789920" y="4389120"/>
            <a:ext cx="1097280" cy="64008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63072" y="4425696"/>
            <a:ext cx="95097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Quality
improves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212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</a:rPr>
              <a:t>Memento principle: behavioral optimization via memory retrieval, not retraining. Inference costs stay flat. Improvement velocity increases.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SAGE[ai] — Architecture Deep Dive | github.com/Sumanharapanahalli/sage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Build Orchestrator — Internal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47857"/>
                </a:solidFill>
              </a:rPr>
              <a:t>Idea → Domain Detection → Task Decomposition → Critic → HITL → Parallel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286000" cy="347472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591056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decomposing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5910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LLM decomposes into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901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84832"/>
            <a:ext cx="2286000" cy="34747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2121408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critic_plan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1214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CriticAgent scores 0-100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3230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15184"/>
            <a:ext cx="228600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65176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awaiting_plan_approval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HITL gate (if standard/strict)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96265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45536"/>
            <a:ext cx="2286000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3182112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building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18211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Parallel wave execution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49300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</a:rPr>
              <a:t>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675888"/>
            <a:ext cx="2286000" cy="34747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371246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critic_code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71246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Code quality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0233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206240"/>
            <a:ext cx="2286000" cy="347472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4242816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integrating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424281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Merge all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55371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736592"/>
            <a:ext cx="2286000" cy="34747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4773168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critic_integration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4773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Final system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08406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</a:rPr>
              <a:t>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266944"/>
            <a:ext cx="228600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530352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awaiting_final_approval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5303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HITL gate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61441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</a:rPr>
              <a:t>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797296"/>
            <a:ext cx="2286000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0352" y="5833872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completed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58338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Done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1554480"/>
            <a:ext cx="256032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1572768"/>
            <a:ext cx="24505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AdaptiveRouter (Q-learning)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1874519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scores[task_type][agent_role] — EMA updates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2112263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LEARNING_RATE = 0.3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350007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MIN_OBSERVATIONS = 3 before override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2587751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Exploration: picks random agent 20% of time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2825495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GET /build/router/stats for live weights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3200400"/>
            <a:ext cx="256032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3218688"/>
            <a:ext cx="24505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CriticAgent (Actor-Critic)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352044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review_plan(): {score, flaws, suggestions, missing}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0" y="375818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review_code(): {score, bugs, security_risks}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99592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review_integration(): {score, conflicts, gaps}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423367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Calibrated: MVP 60-70, prod 80+, regulated 85+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0" y="4572000"/>
            <a:ext cx="201168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55664" y="4590288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Crash Recovery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0" y="489204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SQLite checkpoints: build_checkpoints.db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92240" y="512978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_checkpoint() after each state transition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536752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_restore_runs() on startup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60527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Anti-drift: BUILD_DRIFT_WARNING events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SAGE[ai] — Architecture Deep Dive | github.com/Sumanharapanahalli/sage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LLM Gateway — Thread-Safe Multi-Provider Singleton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47857"/>
                </a:solidFill>
              </a:rPr>
              <a:t>7 providers, provider pool, PII scrub, per-agent budgets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08760"/>
            <a:ext cx="228600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0624" y="1527048"/>
            <a:ext cx="2176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Provider Classes (ABC)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GeminiCLIProvider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82880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subprocess, -p flag, no API key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8483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ClaudeCodeCLIProvider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084832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subprocess, claude CLI, no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4086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OllamaProvider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340864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REST to localhost:11434,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9689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LocalLlamaProvider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596896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llama-cpp-python, GPU-direct, GGUF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5292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ClaudeAPIProvider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85292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anthropic SDK, only paid option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10896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GenericCLIProvider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1089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{prompt} template substitution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566160"/>
            <a:ext cx="201168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" y="3584448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generate()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88620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1. PII scrub (pii_filter.scrub_text)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12394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2. Data residency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616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3. Tenant + solution budget 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9943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4. Per-agent call ceiling (project.yaml)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3717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5. threading.Lock acquire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07492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6. provider.generate(prompt, system_prompt)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31266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7. Langfuse span (if enabled)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55040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8. Usage counter update + lock release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1508760"/>
            <a:ext cx="292608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5664" y="1527048"/>
            <a:ext cx="28163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ProviderPool — Parallel Strategies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1874519"/>
            <a:ext cx="1097280" cy="32004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392" y="1911095"/>
            <a:ext cx="950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voting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1911095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Send to N providers, majority consensus wins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285999"/>
            <a:ext cx="1097280" cy="32004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65392" y="2322575"/>
            <a:ext cx="950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fastest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2322575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First response wins (concurrent.futures)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2697479"/>
            <a:ext cx="1097280" cy="32004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2734055"/>
            <a:ext cx="950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2734055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Sequential — first success returned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3108959"/>
            <a:ext cx="1097280" cy="32004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65392" y="3145535"/>
            <a:ext cx="950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3145535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Longest/richest response selected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657600"/>
            <a:ext cx="228600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4" y="3675888"/>
            <a:ext cx="2176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Model Limits &amp; Budgets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3977639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Gemini free: 500/day (flash), 25/day (pro)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4215383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Ollama / Local: unlimited (self-hosted)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453127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Claude API: per-key billing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4690871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Per-agent ceilings in project.yaml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4928615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Tenant-level budget isolation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0" y="5166359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•  Teacher-student distillation: heavy → student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43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SAGE[ai] — Architecture Deep Dive | github.com/Sumanharapanahalli/sage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Solution Isolation — .sage/ Per Solution + Multi-Tenant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47857"/>
                </a:solidFill>
              </a:rPr>
              <a:t>Zero data overlap. Runtime state lives with the solution, not the framework.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08760"/>
            <a:ext cx="182880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0624" y="1527048"/>
            <a:ext cx="1719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Filesystem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your-private-repo/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848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board_games/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4086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  project.yaml         ← committed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968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  prompts.yaml         ← committed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5292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  tasks.yaml           ← committed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10896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  .sage/               ← auto-created, gitignored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6499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    audit_log.db       ← proposals, approvals, audit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2102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    chroma_db/         ← vector knowledge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7705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medtech_team/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3308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  project.yaml  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891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  .sage/               ← SEPARATE, ISOLATED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4515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    audit_log.db       ← different DB, different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508760"/>
            <a:ext cx="228600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527048"/>
            <a:ext cx="2176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Multi-Tenant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18288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X-SAGE-Tenant header (optional)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0848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→  tenant.py ContextVar (per-request scoped)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34086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→  No header? Falls back to active solution 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59689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85292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Scopes isolated per tenant: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1089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•  Vector collection: &lt;tenant&gt;_knowledge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36499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•  Audit log: tenant_id field in metadata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62102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•  Task queue: tagged with tenant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87705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13308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SAGE_SOLUTIONS_DIR env var: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38912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•  Mount private solutions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64515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•  Framework repo has zero user data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303520"/>
            <a:ext cx="11430000" cy="91440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3949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1FAE5"/>
                </a:solidFill>
              </a:rPr>
              <a:t>✓  Moving or archiving a solution takes its entire history with 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59612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1FAE5"/>
                </a:solidFill>
              </a:rPr>
              <a:t>✓  The SAGE framework repo contains no user data, ever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797296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1FAE5"/>
                </a:solidFill>
              </a:rPr>
              <a:t>✓  Regulated industries: .sage/audit_log.db IS the per-solution compliance record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998464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1FAE5"/>
                </a:solidFill>
              </a:rPr>
              <a:t>✓  Two solutions on the same SAGE instance have zero data overlap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SAGE[ai] — Architecture Deep Dive | github.com/Sumanharapanahalli/sage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MCP Tool Architecture — Framework + Solution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47857"/>
                </a:solidFill>
              </a:rPr>
              <a:t>Provider-agnostic: agents call invoke() as Python functions, works on any LLM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08760"/>
            <a:ext cx="292608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0624" y="1527048"/>
            <a:ext cx="28163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Framework Tools (always loaded)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filesystem_tools.py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828800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read/write/list/search — sandboxed to solution dir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8483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browser_tools.py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084832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Playwright — scrape, screenshot, interact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4086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sqlite_tools.py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340864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query audit_log.db — read-only enforced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43200"/>
            <a:ext cx="292608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" y="2761488"/>
            <a:ext cx="28163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Solution Tools (per active solution)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6324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hardware_tools.py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063240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openocd, kicad, jlink, serial, CAN bus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927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domain_tools.py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319272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Custom per-domain tools (flash_firmware, drc_check, etc.)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57530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Override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575304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Same-name tool in solution replaces framework version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508760"/>
            <a:ext cx="228600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1527048"/>
            <a:ext cx="2176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MCPRegistry Class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2880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_servers: dict[str, module]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06654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_tool_map: dict[str, callable]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_loaded_solution: str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54203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77977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load(force=False):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01752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1. Discover src/mcp_servers/*.py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25526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2. Discover solutions/&lt;name&gt;/mcp_servers/*.py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49300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3. Solution tools override framework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73075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96849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list_tools() → [{name, description, server}]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20624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invoke(tool, args, trace_id) → {result}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44398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as_react_tools() → dict for agent loops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68172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91947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Every invocation audit-logged with trace_id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15721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FastMCP v2 support (providers → FunctionTool.fn)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846320"/>
            <a:ext cx="2286000" cy="54864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0352" y="4882896"/>
            <a:ext cx="213969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Agent calls
invoke('tool', args)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0" y="49834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83280" y="4846320"/>
            <a:ext cx="2286000" cy="54864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56432" y="4882896"/>
            <a:ext cx="213969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MCPRegistry
lookup + dispatch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0" y="49834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4846320"/>
            <a:ext cx="1828800" cy="548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82512" y="4882896"/>
            <a:ext cx="168249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Python function
executes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49834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0" y="4846320"/>
            <a:ext cx="1828800" cy="54864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59952" y="4882896"/>
            <a:ext cx="168249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Audit log
+ result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5778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</a:rPr>
              <a:t>Works identically on Gemini, Ollama, Claude, local GGUF — LLM never knows about MCP protocol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SAGE[ai] — Architecture Deep Dive | github.com/Sumanharapanahalli/sage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Integration Architecture — Graceful Degradation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47857"/>
                </a:solidFill>
              </a:rPr>
              <a:t>Every integration is optional. SAGE runs fully functional with zero integrations.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08760"/>
            <a:ext cx="548640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228600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618488"/>
            <a:ext cx="2176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Orchestration Engines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LangGraph: StateGraph workflows, interrupt_before for HITL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5798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→  SQLite checkpoints (SqliteSaver), MemorySaver fallback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9572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→  solutions/&lt;name&gt;/workflows/*.py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33472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Temporal: durable workflows via TEMPORAL_HOST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→  LangGraph fallback if unavailable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0896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AutoGen: Docker-sandboxed code execution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508760"/>
            <a:ext cx="548640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600200"/>
            <a:ext cx="228600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4" y="1618488"/>
            <a:ext cx="2176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External Communication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92024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Slack: Block Kit approval cards, /webhook/slack callback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15798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→  Two-way: propose in Slack, approve in Slack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9572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n8n: Webhook receiver (N8N_WEBHOOK_SECRET)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33472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SSE Streaming: /analyze/stream, /agent/stream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871216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→  Real-time event streams to dashboard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40480"/>
            <a:ext cx="548640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182880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3950208"/>
            <a:ext cx="1719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Coding Agents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25196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OpenSWE: autonomous repo explore → implement → test → PR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48970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→  3-tier degradation: OpenSWE → LLM direct → template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72744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LangChain Tools: tool loader per solution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965192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→  langchain_tools.py discovers solution tool configs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202936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MCP Tools: framework + solution layers (see MCP slide)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3840480"/>
            <a:ext cx="548640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3931920"/>
            <a:ext cx="182880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2784" y="3950208"/>
            <a:ext cx="1719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Observability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425196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Langfuse: trace per generate() call, opt-in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48970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→  observability.langfuse_enabled: true in config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72744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Built-in audit log: always active, no opt-in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4965192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  →  Per-solution .sage/audit_log.db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5202936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Eval suite: YAML test cases, keyword scoring, history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126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B5563"/>
                </a:solidFill>
              </a:rPr>
              <a:t>Pattern: every integration import is wrapped in try/except ImportError. If langgraph is not installed, LangGraphRunner returns error dicts. SAGE never crashes due to a missing optional dependency.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SAGE[ai] — Architecture Deep Dive | github.com/Sumanharapanahalli/sage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