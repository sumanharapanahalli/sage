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Request Lifecycle — End-to-End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Every request traceable from HTTP ingress to audit log via trace_id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234440" cy="5943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HTTP
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FastAPI
Rate-limited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3352" y="1828800"/>
            <a:ext cx="1234440" cy="5943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Tenant
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X-SAGE-Tenant
ContextVar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84" y="1828800"/>
            <a:ext cx="1234440" cy="5943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Route
Handler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Pydantic
trace_id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1416" y="1828800"/>
            <a:ext cx="1234440" cy="5943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Agent
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Analyst/Dev
/Planner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0448" y="1828800"/>
            <a:ext cx="1234440" cy="5943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LLM
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Lock + PII
+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828800"/>
            <a:ext cx="123444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Proposal
Create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Risk class
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68512" y="1828800"/>
            <a:ext cx="123444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41664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Human
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Approve or
Reject + fb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19933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7544" y="1828800"/>
            <a:ext cx="1234440" cy="5943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0696" y="1865376"/>
            <a:ext cx="10881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Audit +
Compound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24688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.sage/db
+ vector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57600"/>
            <a:ext cx="20116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367588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Implementation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023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</a:rPr>
              <a:t>•  threading.Lock in LLM Gateway — single-lane inference, thread-safe singleton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33425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</a:rPr>
              <a:t>•  Rate limiting: 120 writes/min, 300 reads/min per IP (sliding window middleware)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64515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</a:rPr>
              <a:t>•  PII scrub before every LLM call — configurable per 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95604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</a:rPr>
              <a:t>•  Per-agent budget ceilings — monthly call limits defined in project.yaml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26694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</a:rPr>
              <a:t>•  Langfuse tracing (opt-in) — every generate() call creates a span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57784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</a:rPr>
              <a:t>•  _resolve_db_path() routes audit to per-solution .sage/audit_log.db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SAGE Lean Loop — Phase-by-Phase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Every human correction compounds into future agent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45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45920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54480"/>
            <a:ext cx="2560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164592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54480"/>
            <a:ext cx="2560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64592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554480"/>
            <a:ext cx="2560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4592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 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130552"/>
            <a:ext cx="14996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1. SURFACE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0574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213055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api.py / webhook / n8n / Slack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0574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13055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HTTP payload, log entry,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0574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213055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Structured task + trace_id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16459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33472"/>
            <a:ext cx="14996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2. CONTEXTUALIZE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56032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263347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vector_store.py .search()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56032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63347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Task text + trace_id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56032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63347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Top-k past decisions + corrections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632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136392"/>
            <a:ext cx="14996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3. PROPOSE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0632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313639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Agent + llm_gateway.generate()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0632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313639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Task + context + prompts.yaml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0632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313639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Structured proposal (JSON)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639312"/>
            <a:ext cx="14996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4. DECIDE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56616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6272" y="363931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ProposalStore + Human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56616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363931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Proposal with risk class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356616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363931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Approved/Rejected + feedback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0690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142232"/>
            <a:ext cx="14996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5. COMPOUND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40690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76272" y="414223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audit_logger + vector_store.add()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0690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6592" y="414223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Decision + feedback text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0690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96912" y="4142232"/>
            <a:ext cx="241401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Audit row + vector embedding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89120"/>
            <a:ext cx="11430000" cy="164592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4480560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" y="449884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COMPOUNDING LOOP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8006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E5"/>
                </a:solidFill>
              </a:rPr>
              <a:t>Phase 5 feeds back into Phase 2 — this IS the Memento principle.
Human rejects proposal with feedback  →  feedback stored in vector store as document  →  next similar query retrieves this correction  →  agent generates better proposal  →  quality improves monotonically without model retraining.
Every rejection is stored with the human's actual reasoning, not just 'rejected'. This is the training signal AND the compliance record.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Approval Pipeline — Risk Classification to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ProposalStore (SQLite) → Risk Tiers → HITL → ProposalExecutor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Proposal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trace_id: str (UUID4)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action_type: yaml_edit | code_diff | knowledge_delete | agent_hire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risk_class: RiskClass (5-level enum)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proposed_by: 'AnalystAgent' | 'user:admin' | 'OnboardingWizard'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status: pending | approved | rejected | expired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approved_by / approver_role / approver_email (RBAC)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required_role: 'admin' | 'operator' | None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50876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24144" y="152704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Risk Tiers &amp; Expiry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828800"/>
            <a:ext cx="1645920" cy="2743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84708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INFORMATIONAL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84708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1 hour — read-only 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176272"/>
            <a:ext cx="16459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1945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EPHEMERAL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19456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8 hours — LLM switch, config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523744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5420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STATEFUL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54203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7 days — knowledge edit, YAML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871216"/>
            <a:ext cx="16459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88950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88950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14 days — GitLab MR, deploy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218688"/>
            <a:ext cx="16459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323697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DESTRUCTIVE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23697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Never — drop data, delete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25603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4133088"/>
            <a:ext cx="2450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ProposalExecutor 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80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_execute_yaml_edit()  — validate YAML, write to solution dir, reload config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36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_execute_code_diff()  — apply diff, run tests, create git commit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9262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_execute_config_switch()  — reload project_config singleton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4865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_execute_llm_switch()  — instantiate new provider, reset usage counters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046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_execute_knowledge_delete()  — remove from vector store, audit log entry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2A37"/>
                </a:solidFill>
              </a:rPr>
              <a:t>Two tiers enforced: Framework control ops (config_switch, llm_switch) execute immediately — operator action, not agent action. Agent proposals (yaml_edit, code_diff, knowledge_delete, agent_hire) always require human sign-off. This distinction IS the compliance guarantee.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Memory Architecture — Compounding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ChromaDB semantic search + SQLite audit log. Per-solution isolation.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6459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Vector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Backend: ChromaDB + sentence-transformers (HuggingFaceEmbeddings)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Minimal mode (SAGE_MINIMAL=1): keyword-match in-memory, 5MB 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Collection per tenant: &lt;tenant&gt;_knowledge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CRUD: GET/POST/DELETE /knowledge/...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Bulk import supported (POST /knowledge/bulk)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Semantic search with configurable top-k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Fallback chain: HuggingFace → langchain_community → keyword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16459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527048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Audit Logger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SQLite per-solution: .sage/audit_log.db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84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Table: compliance_audit_log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408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Columns: id, timestamp, actor, action_type,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96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  input_context, output_content, metadata (JSON),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52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  verification_signature, approved_by,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08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  approver_role, approver_email, approver_provider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64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Append-only (no UPDATE/DELETE)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21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FDA 21 CFR Part 11 compatible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770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ISO 13485 clause 4.2.5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18288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425696"/>
            <a:ext cx="16824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Human rejects
with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389120"/>
            <a:ext cx="201168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9232" y="4425696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Feedback stored
in vector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4389120"/>
            <a:ext cx="2011680" cy="6400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4425696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 query
retrieves correction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389120"/>
            <a:ext cx="20116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425696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Agent generates
better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0" y="4389120"/>
            <a:ext cx="1097280" cy="6400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63072" y="4425696"/>
            <a:ext cx="9509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Quality
improves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Memento principle: behavioral optimization via memory retrieval, not retraining. Inference costs stay flat. Improvement velocity increases.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Build Orchestrator — Internal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Idea → Domain Detection → Task Decomposition → Critic → HITL → Parallel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286000" cy="347472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91056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decomposing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910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LLM decomposes into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2"/>
            <a:ext cx="2286000" cy="3474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214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critic_plan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CriticAgent scores 0-100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323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15184"/>
            <a:ext cx="22860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65176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awaiting_plan_approval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HITL gate (if standard/strict)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626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18211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Parallel wave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930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75888"/>
            <a:ext cx="2286000" cy="3474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71246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critic_code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712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Code quality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2286000" cy="347472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42816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integrating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Merge all 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53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36592"/>
            <a:ext cx="2286000" cy="3474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77316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critic_integration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773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Final system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840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66944"/>
            <a:ext cx="22860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30352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awaiting_final_approval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HITL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144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797296"/>
            <a:ext cx="22860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83387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Done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554480"/>
            <a:ext cx="25603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1572768"/>
            <a:ext cx="2450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AdaptiveRouter (Q-learning)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87451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scores[task_type][agent_role] — EMA updates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112263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LEARNING_RATE = 0.3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350007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MIN_OBSERVATIONS = 3 before override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58775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Exploration: picks random agent 20% of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82549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GET /build/router/stats for live weights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200400"/>
            <a:ext cx="25603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3218688"/>
            <a:ext cx="2450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CriticAgent (Actor-Critic)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5204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review_plan(): {score, flaws, suggestions, missing}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375818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review_code(): {score, bugs, security_risks}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995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review_integration(): {score, conflicts, gaps}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2336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Calibrated: MVP 60-70, prod 80+, regulated 85+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572000"/>
            <a:ext cx="20116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55664" y="459028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Crash Recovery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48920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SQLite checkpoints: build_checkpoints.db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12978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_checkpoint() after each state transition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3675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_restore_runs() on startup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6052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Anti-drift: BUILD_DRIFT_WARNING events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LLM Gateway — Thread-Safe Multi-Provider Singleton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7 providers, provider pool, PII scrub, per-agent budgets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Provider Classes (ABC)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GeminiCLIProvider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subprocess, -p flag, no 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ClaudeCodeCLIProvider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848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subprocess, claude CLI, no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OllamaProvider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4086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REST to localhost:11434,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968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LocalLlamaProvider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968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llama-cpp-python, GPU-direct, GGUF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529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ClaudeAPIProvider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529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anthropic SDK, only paid 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GenericCLIProvider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0896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{prompt} template substitution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20116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58444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generate()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1. PII scrub (pii_filter.scrub_text)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239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2. Data residency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616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3. Tenant + solution budget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94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4. Per-agent call ceiling (project.yaml)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371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5. threading.Lock acquire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6. provider.generate(prompt, system_prompt)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126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7. Langfuse span (if enabled)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504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8. Usage counter update + lock release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508760"/>
            <a:ext cx="29260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1527048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ProviderPool — Parallel Strategies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874519"/>
            <a:ext cx="1097280" cy="3200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911095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voting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91109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Send to N providers, majority consensus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285999"/>
            <a:ext cx="1097280" cy="3200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2322575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32257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First response wins (concurrent.futures)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697479"/>
            <a:ext cx="1097280" cy="3200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734055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73405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Sequential — first success returned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108959"/>
            <a:ext cx="1097280" cy="3200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145535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14553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Longest/richest response selected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65760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367588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 Limits &amp; Budgets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97763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Gemini free: 500/day (flash), 25/day (pro)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215383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Ollama / Local: unlimited (self-hosted)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453127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Claude API: per-key billing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69087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Per-agent ceilings in project.yaml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92861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Tenant-level budget isolation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16635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 Teacher-student distillation: heavy → student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Solution Isolation — .sage/ Per Solution + Multi-Tenant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Zero data overlap. Runtime state lives with the solution, not the framework.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Filesystem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your-private-repo/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board_games/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project.yaml         ← committed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prompts.yaml         ← 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tasks.yaml           ← committed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.sage/               ← auto-created, gitignored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  audit_log.db       ← proposals, approvals,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210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  chroma_db/         ← vector knowledge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770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medtech_team/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project.yaml 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.sage/               ← SEPARATE, ISOLATED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45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    audit_log.db       ← different DB, different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50876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52704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Multi-Tenant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X-SAGE-Tenant header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84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→  tenant.py ContextVar (per-request scoped)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40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→  No header? Falls back to active solution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96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52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Scopes isolated per tenant: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•  Vector collection: &lt;tenant&gt;_knowledge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64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•  Audit log: tenant_id field in metadata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210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•  Task queue: tagged with tenant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770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330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SAGE_SOLUTIONS_DIR env var: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•  Mount private solutions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451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•  Framework repo has zero user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03520"/>
            <a:ext cx="11430000" cy="91440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949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✓  Moving or archiving a solution takes its entire history with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✓  The SAGE framework repo contains no user data, ever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9729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✓  Regulated industries: .sage/audit_log.db IS the per-solution compliance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984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✓  Two solutions on the same SAGE instance have zero data overlap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MCP Tool Architecture — Framework + Solution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Provider-agnostic: agents call invoke() as Python functions, works on any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9260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Framework Tools (always loaded)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filesystem_tools.py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read/write/list/search — sandboxed to solution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browser_tools.py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848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Playwright — scrape, screenshot, interact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sqlite_tools.py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4086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query audit_log.db — read-only enforced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29260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761488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Solution Tools (per active solution)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hardware_tools.py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632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openocd, kicad, jlink, serial, CAN bus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192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domain_tools.py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192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Custom per-domain tools (flash_firmware, drc_check, etc.)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753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Override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57530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Same-name tool in solution replaces framework 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0876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52704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MCPRegistry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288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_servers: dict[str, module]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665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_tool_map: dict[str, callable]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042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_loaded_solution: str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420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797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load(force=False):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1. Discover src/mcp_servers/*.py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552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2. Discover solutions/&lt;name&gt;/mcp_servers/*.py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930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3. Solution tools override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30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684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list_tools() → [{name, description, server}]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062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invoke(tool, args, trace_id) → {result}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4398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as_react_tools() → dict for agent loops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81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194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Every invocation audit-logged with trace_id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1572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FastMCP v2 support (providers → FunctionTool.fn)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46320"/>
            <a:ext cx="2286000" cy="54864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882896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 calls
invoke('tool', args)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846320"/>
            <a:ext cx="2286000" cy="5486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4882896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MCPRegistry
lookup + dispatch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846320"/>
            <a:ext cx="18288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4882896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Python function
executes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4846320"/>
            <a:ext cx="1828800" cy="54864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9952" y="4882896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Audit log
+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Works identically on Gemini, Ollama, Claude, local GGUF — LLM never knows about MCP protocol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Integration Architecture — Graceful Degradation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Every integration is optional. SAGE runs fully functional with zero integrations.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61848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Orchestration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LangGraph: StateGraph workflows, interrupt_before for HITL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SQLite checkpoints (SqliteSaver), MemorySaver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solutions/&lt;name&gt;/workflows/*.py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33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Temporal: durable workflows via TEMPORAL_HOST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LangGraph fallback if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AutoGen: Docker-sandboxed code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61848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External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Slack: Block Kit approval cards, /webhook/slack callback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579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Two-way: propose in Slack, approve in Slack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957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n8n: Webhook receiver (N8N_WEBHOOK_SECRET)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33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SSE Streaming: /analyze/stream, /agent/stream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712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Real-time event streams to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95020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Coding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519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OpenSWE: autonomous repo explore → implement → test → 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897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3-tier degradation: OpenSWE → LLM direct →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274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LangChain Tools: tool loader per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651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langchain_tools.py discovers solution tool configs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029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MCP Tools: framework + solution layers (see MCP slide)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84048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395020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2519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Langfuse: trace per generate() call, opt-in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897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observability.langfuse_enabled: true in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7274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Built-in audit log: always active, no opt-in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9651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  →  Per-solution .sage/audit_log.db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2029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Eval suite: YAML test cases, keyword scoring, history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</a:rPr>
              <a:t>Pattern: every integration import is wrapped in try/except ImportError. If langgraph is not installed, LangGraphRunner returns error dicts. SAGE never crashes due to a missing optional dependency.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Sandboxed Execution — 3-Tier Isolation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OpenShell (container) → SandboxRunner (local clone) → OpenSWE (autonomous coding)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4114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91056"/>
            <a:ext cx="35112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1: OpenShell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</a:rPr>
              <a:t>NVIDIA container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SSH-based execution inside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1518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YAML security policies (commands, files, network)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5292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GPU-accelerated (ML training, inference)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Full process + filesystem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Graceful degradation if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6276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fallback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57600" cy="411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591056"/>
            <a:ext cx="35112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2: SandboxRunner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</a:rPr>
              <a:t>Local repo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7744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Clones solution repo → temp working 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1518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Creates isolated branch per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5292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Restricts file ops to sandbox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9067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Primitives: execute(), read_file(), write_file()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2841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Configurable retain for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16276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fallback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554480"/>
            <a:ext cx="36576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1591056"/>
            <a:ext cx="35112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3: OpenSWE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</a:rPr>
              <a:t>Autonomous coding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7744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Repo explore → implement → test → 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61518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Internal 3-tier: SWE agent → LangGraph → LLM 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85292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Unified output: {files_changed, tests_passed, pr_url}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09067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Integrates with build orchestrator wave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11430000" cy="182880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80560"/>
            <a:ext cx="32004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4498848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Cascade Logic (build_orchestrator.py)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1. Try OpenShell: if NVIDIA container available + task needs isolation → SSH exec in container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3834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2. Fallback to SandboxRunner: clone repo, isolate branch, execute locally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7608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3. Fallback to OpenSWE: autonomous coding agent (explore → implement → test → PR)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1383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4. Each tier returns same format: {success, output, files_changed} — orchestrator is tier-agnostic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5157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FAE5"/>
                </a:solidFill>
              </a:rPr>
              <a:t>Key files: openshell_runner.py (Tier 1), sandbox_runner.py (Tier 2), openswe_runner.py (Tier 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Agentic Patterns — 0→1 Greenfield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Idea → Domain Detection → Decomposition → Critic → HITL → Wave Build →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2176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0→1 Pipeline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292608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6537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Description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47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Plain-language product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560320" cy="29260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23113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Domain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128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13 DOMAIN_RULES — auto-selects compliance, toolchains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2560320" cy="292608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59689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Workforce 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78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19 agents, 5 teams from WORKFORCE_REGISTRY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2560320" cy="29260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96265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Hierarchical Decomposition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44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LLM → 32 task types → dependency 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25603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32841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Critic Reviews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101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CriticAgent scores 0-100, flaws, suggestions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5603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69417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HITL Plan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75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Human reviews decomposed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25603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5993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Wave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416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Independent tasks in parallel, deps sequential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25603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42569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Critic Reviews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4074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Per-task quality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2560320" cy="292608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79145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Integration 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773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All outputs combined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25603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15721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Critic Reviews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1389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System-level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25603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52297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HITL Final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504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Human signs off on completed 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1508760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544" y="152704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Patterns in 0→1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1828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ReAct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182880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Per-task: observe → think → act → observe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2103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Hierarchical Decomp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21031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Description → task graph (32 types)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2377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Wave Parallel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37744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_compute_waves() groups independent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6517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Adaptive Router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65176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Q-learning: scores[task][agent], ε=0.2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2926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Actor-Critic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92608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CriticAgent at 3 checkpoints (plan/code/integration)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2004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HITL Gates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20040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2 mandatory stops: post-plan, post-integration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4747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Anti-Drift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4747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Checkpoint after each state, BUILD_DRIFT_WARNING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37490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47857"/>
                </a:solidFill>
              </a:rPr>
              <a:t>Iterative Refine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374904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Score &lt; threshold → retry with critic feedback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2A37"/>
                </a:solidFill>
              </a:rPr>
              <a:t>0→1 starts cold: AdaptiveRouter uses uniform scores, domain detected fresh, full workforce assembled. Every decision during the build trains the router and critic for future 1→N refinements.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Agentic Patterns — 1→N Incremental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</a:rPr>
              <a:t>Same orchestrator, scoped to changes. Router warm. Critic calibrated. Intelligence compounds.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7432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527048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1→N Differs from 0→1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288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Already known — skips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Workforce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031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Stable — router has learned agent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Decomposition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774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Scoped to the change, not the whole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Router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Warm — compounded from prior builds (EMA)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Critic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9260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Higher baseline — knows existing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7857"/>
                </a:solidFill>
              </a:rPr>
              <a:t>Anti-Drift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2004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Compares against established baseline, not blank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508760"/>
            <a:ext cx="27432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1527048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Compounding Intelligence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828800"/>
            <a:ext cx="2011680" cy="50292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1865376"/>
            <a:ext cx="186537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0→1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86537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Router starts uniform
Critic calibrates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14600"/>
            <a:ext cx="20116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551176"/>
            <a:ext cx="186537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Human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55117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Approvals + rejections
stored with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00400"/>
            <a:ext cx="2011680" cy="5029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3236976"/>
            <a:ext cx="186537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Vector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23697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Prior decisions retrieved
for next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03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886200"/>
            <a:ext cx="20116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3922776"/>
            <a:ext cx="186537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1→N Refinement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92277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</a:rPr>
              <a:t>Router warm, critic tuned
Faster + higher quality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↻ compounds back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31920"/>
            <a:ext cx="16459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3950208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1→N Triggers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25196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Feature request (from Improvements page, scope: solution)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8970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Bug report (from monitoring agent or human)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2744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Critic-identified improvement (score below threshold on re-eval)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6519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Human correction during approval (rejection feedback → improvement task)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0293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• External event (Slack webhook, n8n trigger, GitHub issue)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FAE5"/>
                </a:solidFill>
              </a:rPr>
              <a:t>The same 8 patterns power both 0→1 and 1→N. The difference is state: 0→1 starts cold, 1→N starts warm. Every build makes the next one better — this is the Memento principle applied to the entire product lifecycle.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SAGE[ai] — Architecture Deep Dive | github.com/Sumanharapanahalli/sage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